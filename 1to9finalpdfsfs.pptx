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8E168-8922-148B-FE20-B42310A52C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02E8A-E6E3-37DF-0D53-B3FC63B1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5D955-2B00-4C90-4BD9-B3340145B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7BE2-26D3-4BFC-AA2F-18B2A513F436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C7F39-7B09-1008-C7B7-6962D7923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0E2F3-169B-0422-5871-5B7F701BA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E8656-DB96-4DFE-922A-61187DDD0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381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0DDFE-D9A8-4279-7093-27D78AF70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EB9A7-8005-4E42-9560-9BA824AA4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43080-B1C6-4456-707B-0C176FCFC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7BE2-26D3-4BFC-AA2F-18B2A513F436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44EC2-1F6F-C41F-E8B2-49E35C033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E09C8-7A80-990E-A3E0-926C34D56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E8656-DB96-4DFE-922A-61187DDD0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768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2C7F5-0D23-CB0D-42DD-6115AE748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65466-552F-F2EE-5C46-97BF8E943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24D5A-6C3D-DE48-6E26-F361B6D5F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7BE2-26D3-4BFC-AA2F-18B2A513F436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D8131-4583-ECAC-2E73-9A59F26E6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38A33-4613-6E6F-0A4B-9BFB6E2AC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E8656-DB96-4DFE-922A-61187DDD0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810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CEF9A-EDCC-94B0-B304-0AD64FCDB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35FF1-0C38-2AC4-47C8-3C3358C022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A3E6E-0943-1848-58B3-15C40D52D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72199B-7DD6-18FE-0CF5-D6E0F75AC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7BE2-26D3-4BFC-AA2F-18B2A513F436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CCAF9A-1B8E-D029-8143-F005FC3B2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87C601-E219-24A6-8CE1-3B01EADAD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E8656-DB96-4DFE-922A-61187DDD0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783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33106-6693-69D8-5D11-DC5538A26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96F1A-05CF-EBE2-5B0A-D9B2F9C85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957C1D-B21B-94B2-DF1F-F28399EB91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5D138C-07AD-8012-7B03-EB5C524A24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4032F2-AA8B-09B0-6E48-FE5E0F4B1C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BABB1D-553A-B3C6-980A-B029D9FCD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7BE2-26D3-4BFC-AA2F-18B2A513F436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A566FE-FB20-B682-AA02-DC97E647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AE4EF5-1555-027C-555B-BA31E5BF3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E8656-DB96-4DFE-922A-61187DDD0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340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D08C9-9A13-E368-F7E9-FD7DE58C5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32A0FC-9F30-5504-5E83-D63A6369E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7BE2-26D3-4BFC-AA2F-18B2A513F436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BE95B1-BD4E-7C68-4E7F-860CBFD56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068091-3CE8-7ACA-AD55-4C8E989E1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E8656-DB96-4DFE-922A-61187DDD0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658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B86942-69B3-5F72-88B2-4546F62D2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7BE2-26D3-4BFC-AA2F-18B2A513F436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023CB-3D07-5E26-435A-E36A6AE86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5D7B6-1453-BBAF-5978-586E63792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E8656-DB96-4DFE-922A-61187DDD0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25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B1AFD-0BC5-0874-0B8F-EC0F60963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725FB-6A0F-702F-2AF9-8B338D162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24CEC-F95B-0E71-2E96-43B85FB10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6FF24-9C76-2D58-42F5-960AB8D7D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7BE2-26D3-4BFC-AA2F-18B2A513F436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67CF0-5C56-7EBC-B89E-55C9CD92C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16FA0D-638A-9DA6-C2B7-176979679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E8656-DB96-4DFE-922A-61187DDD0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207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5B060-FC49-D37E-1683-421E643F7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B8C333-C4A9-D88C-7154-D8655F8CB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988754-B0FF-4342-81C5-7E66E3ED0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26672-44E5-3A69-FDFF-F1168B3AF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7BE2-26D3-4BFC-AA2F-18B2A513F436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1463F-AADA-0DD5-C8A1-6D20C4576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67BA-9C50-1D22-AF9A-1167DD216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E8656-DB96-4DFE-922A-61187DDD0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961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1E25E-6EA7-860A-57EB-E3B4CB749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F3C681-62AD-FBE6-1172-5741B6565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4ABEF-D46E-DED5-3565-19228F56B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7BE2-26D3-4BFC-AA2F-18B2A513F436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D90F2-192B-5096-E143-9C72113AF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DB47E-68B9-CA3A-2BD8-772D246D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E8656-DB96-4DFE-922A-61187DDD0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022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786577-F5B9-84C0-5B6E-49F18A4B3C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ED672-01E0-4BD3-E2A1-DC08180B85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BB4B0-5212-0809-B9F1-2436F17DD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7BE2-26D3-4BFC-AA2F-18B2A513F436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38A18-8FFB-04DB-AE08-C44EBCBE7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7B057-017B-A6B1-FD66-F16E29E7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E8656-DB96-4DFE-922A-61187DDD0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676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93207F-14CD-3C42-1DC6-C1A029C50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EECA1-53DC-F3D3-44B6-58846C95F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BD11C-4D1F-2E83-3638-8C76FE5E46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27BE2-26D3-4BFC-AA2F-18B2A513F436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06495-E9B4-FFF4-EA10-971B97F05B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6AE3F-F221-37B1-E279-33D19680D9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E8656-DB96-4DFE-922A-61187DDD0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652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71A334-7B3D-1A36-34F7-53751004038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986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AE9B82-B401-1FAF-21F2-1C3A47E9450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008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A672CC-36C5-6B89-28F1-E6D2C651C33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801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05D5F1-EF51-1322-51D0-6EA1C1FBDB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153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06CCAE-8A13-9F96-C34D-F15160E20DD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5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992514-829B-044A-B839-407C478FCE9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29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sahil kathat</dc:creator>
  <cp:lastModifiedBy>sahil kathat</cp:lastModifiedBy>
  <cp:revision>1</cp:revision>
  <dcterms:created xsi:type="dcterms:W3CDTF">2026-09-25T02:15:21Z</dcterms:created>
  <dcterms:modified xsi:type="dcterms:W3CDTF">2026-09-25T02:15:21Z</dcterms:modified>
</cp:coreProperties>
</file>